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Drift (ppm)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6B6B6B"/>
                    </a:solidFill>
                    <a:latin typeface="DM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 °C</c:v>
                  </c:pt>
                  <c:pt idx="1">
                    <c:v>35 °C</c:v>
                  </c:pt>
                  <c:pt idx="2">
                    <c:v>50 °C</c:v>
                  </c:pt>
                  <c:pt idx="3">
                    <c:v>65 °C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34</c:v>
                </c:pt>
                <c:pt idx="2">
                  <c:v>88</c:v>
                </c:pt>
                <c:pt idx="3">
                  <c:v>310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6B6B6B"/>
                  </a:solidFill>
                  <a:latin typeface="DM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DM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8D8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8D8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DM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 statement. Use when a section must be declared, not introduced. One per section maximum.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Datum. Use when one figure reframes the section. Scale in mono reads as a measurement, not a boast.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Register. Use when three or four figures state the position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Plate. Use when a figure needs a number and a caption so it can be cited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Matrix. Use when two variables must be crossed. Numerals right, words left, always.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Schedule. Use when scope, cost or duration must be stated exactly. Precision is the persuasion; ranges undermine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0"/>
            <a:ext cx="8531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Instrumentation programme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9171432" y="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BDBDB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Instrument · a Standards pack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95371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Drift stops being correctable above 50 °C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RESULTS · THERMAL DRIFT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40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Below 50 °C the error is linear and compensates cleanly. Above it the response becomes hysteretic, and the same correction no longer holds.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6291072"/>
            <a:ext cx="10908792" cy="7315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Illustrative data · thermal chamber,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0"/>
            <a:ext cx="8531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Instrumentation programme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9171432" y="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BDBDB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 · Datum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182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0574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DRIFT INCREASE, 20 → 65 °C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2286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11111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26×</a:t>
            </a:r>
            <a:endParaRPr lang="en-US" sz="11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77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 order of magnitude across the range tested — and, more importantly, a change in the kind of error rather than only its size.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6291072"/>
            <a:ext cx="10908792" cy="7315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± 1σ across units · n=46 · illustrative data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0"/>
            <a:ext cx="8531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Instrumentation programme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9171432" y="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BDBDB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· Register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POSITION, IN THREE FIGURES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908792" cy="182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UNITS TESTED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574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11111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46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8288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AMBIENT BANDS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20574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11111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18288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DRIFT INCREASE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20574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C8102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26×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023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Register archetype: labelled data blocks on a shared baseline, read in one sweep. Signal red marks the value under discussion, never a whole series.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6291072"/>
            <a:ext cx="10908792" cy="7315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Illustrative data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0"/>
            <a:ext cx="8531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Instrumentation programme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9171432" y="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BDBDB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· Plate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430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FIG. 4.2 · DRIFT BY AMBIENT BAND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55448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046720" y="1828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Series order is ink, ink, ink, signal. The red bar is not a category — it is the value the section is about.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6291072"/>
            <a:ext cx="10908792" cy="7315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± 1σ · n=46 · illustrative data · units always stated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0"/>
            <a:ext cx="8531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Instrumentation programme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9171432" y="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BDBDB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· Matrix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430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TABLE 1 · DRIFT BY AMBIENT BAND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310896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40" kern="0" dirty="0">
                          <a:solidFill>
                            <a:srgbClr val="6B6B6B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AMBIENT</a:t>
                      </a:r>
                      <a:endParaRPr lang="en-US" sz="10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spc="140" kern="0" dirty="0">
                          <a:solidFill>
                            <a:srgbClr val="6B6B6B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DRIFT</a:t>
                      </a:r>
                      <a:endParaRPr lang="en-US" sz="10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40" kern="0" dirty="0">
                          <a:solidFill>
                            <a:srgbClr val="6B6B6B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RESPONSE</a:t>
                      </a:r>
                      <a:endParaRPr lang="en-US" sz="10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spc="140" kern="0" dirty="0">
                          <a:solidFill>
                            <a:srgbClr val="6B6B6B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N</a:t>
                      </a:r>
                      <a:endParaRPr lang="en-US" sz="10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20 °C</a:t>
                      </a:r>
                      <a:endParaRPr lang="en-US" sz="14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12 ppm</a:t>
                      </a:r>
                      <a:endParaRPr lang="en-US" sz="14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Linear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12</a:t>
                      </a:r>
                      <a:endParaRPr lang="en-US" sz="14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35 °C</a:t>
                      </a:r>
                      <a:endParaRPr lang="en-US" sz="14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34 ppm</a:t>
                      </a:r>
                      <a:endParaRPr lang="en-US" sz="14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Linear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12</a:t>
                      </a:r>
                      <a:endParaRPr lang="en-US" sz="14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50 °C</a:t>
                      </a:r>
                      <a:endParaRPr lang="en-US" sz="14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88 ppm</a:t>
                      </a:r>
                      <a:endParaRPr lang="en-US" sz="14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Mixed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12</a:t>
                      </a:r>
                      <a:endParaRPr lang="en-US" sz="14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65 °C</a:t>
                      </a:r>
                      <a:endParaRPr lang="en-US" sz="14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310 ppm</a:t>
                      </a:r>
                      <a:endParaRPr lang="en-US" sz="14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102E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Hysteretic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10</a:t>
                      </a:r>
                      <a:endParaRPr lang="en-US" sz="14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127000" marR="127000" marT="101600" marB="1016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6291072"/>
            <a:ext cx="10908792" cy="7315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± 1σ across units · n=46 · illustrative data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0"/>
            <a:ext cx="8531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Instrumentation programme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9171432" y="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BDBDB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 · Schedule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430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B6B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WHAT HAPPENS NEXT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10908792" cy="182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Cap operating envelope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Firmware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720072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14 Nov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295144"/>
            <a:ext cx="10908792" cy="7315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56946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Rebuild correction model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569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Metrology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720072" y="25694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 Dec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081528"/>
            <a:ext cx="10908792" cy="7315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3558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Re-test at 65 °C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355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Metrology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720072" y="3355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09 Jan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867912"/>
            <a:ext cx="10908792" cy="7315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6291072"/>
            <a:ext cx="10908792" cy="7315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Illustrative data · dates indicative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2026-08-29T17:36:39Z</dcterms:created>
  <dcterms:modified xsi:type="dcterms:W3CDTF">2026-08-29T17:36:39Z</dcterms:modified>
</cp:coreProperties>
</file>